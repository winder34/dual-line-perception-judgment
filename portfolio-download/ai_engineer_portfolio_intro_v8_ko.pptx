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278d5bedc4cd8" /><Relationship Type="http://schemas.openxmlformats.org/officeDocument/2006/relationships/extended-properties" Target="/docProps/app.xml" Id="Reed4fd4816504b46" /><Relationship Type="http://schemas.openxmlformats.org/officeDocument/2006/relationships/officeDocument" Target="/ppt/presentation.xml" Id="Rae3b728c8f0044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06b5b97de482e"/>
  </p:sldMasterIdLst>
  <p:notesMasterIdLst>
    <p:notesMasterId xmlns:r="http://schemas.openxmlformats.org/officeDocument/2006/relationships" r:id="Ra5238fbd55ae41d2"/>
  </p:notesMasterIdLst>
  <p:sldIdLst>
    <p:sldId xmlns:r="http://schemas.openxmlformats.org/officeDocument/2006/relationships" id="256" r:id="R8a45b35df3654f40"/>
    <p:sldId xmlns:r="http://schemas.openxmlformats.org/officeDocument/2006/relationships" id="257" r:id="Rd90cb283e9ba4a90"/>
    <p:sldId xmlns:r="http://schemas.openxmlformats.org/officeDocument/2006/relationships" id="258" r:id="Reeb946ce71f74d2d"/>
    <p:sldId xmlns:r="http://schemas.openxmlformats.org/officeDocument/2006/relationships" id="259" r:id="Ra021515ad0704e31"/>
    <p:sldId xmlns:r="http://schemas.openxmlformats.org/officeDocument/2006/relationships" id="260" r:id="Rb3ada2383e7241d2"/>
    <p:sldId xmlns:r="http://schemas.openxmlformats.org/officeDocument/2006/relationships" id="261" r:id="Rdfc530fe61914a37"/>
    <p:sldId xmlns:r="http://schemas.openxmlformats.org/officeDocument/2006/relationships" id="262" r:id="R40561e01579e48d1"/>
    <p:sldId xmlns:r="http://schemas.openxmlformats.org/officeDocument/2006/relationships" id="263" r:id="R1c091bc28b0f4fca"/>
    <p:sldId xmlns:r="http://schemas.openxmlformats.org/officeDocument/2006/relationships" id="264" r:id="R5d1103eef4274b5a"/>
    <p:sldId xmlns:r="http://schemas.openxmlformats.org/officeDocument/2006/relationships" id="265" r:id="R825ea8b8af1d4e5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4525e0722245c1" /><Relationship Type="http://schemas.openxmlformats.org/officeDocument/2006/relationships/slideMaster" Target="/ppt/slideMasters/slideMaster1.xml" Id="R45d06b5b97de482e" /><Relationship Type="http://schemas.openxmlformats.org/officeDocument/2006/relationships/notesMaster" Target="/ppt/notesMasters/notesMaster1.xml" Id="Ra5238fbd55ae41d2" /><Relationship Type="http://schemas.openxmlformats.org/officeDocument/2006/relationships/presProps" Target="/ppt/presProps.xml" Id="Rdff37b4ad4ea43b2" /><Relationship Type="http://schemas.openxmlformats.org/officeDocument/2006/relationships/viewProps" Target="/ppt/viewProps.xml" Id="R73ca7fc4f6e04def" /><Relationship Type="http://schemas.openxmlformats.org/officeDocument/2006/relationships/tableStyles" Target="/ppt/tableStyles.xml" Id="Rabc7ecafce3745ce" /><Relationship Type="http://schemas.openxmlformats.org/officeDocument/2006/relationships/slide" Target="/ppt/slides/slide1.xml" Id="R8a45b35df3654f40" /><Relationship Type="http://schemas.openxmlformats.org/officeDocument/2006/relationships/slide" Target="/ppt/slides/slide2.xml" Id="Rd90cb283e9ba4a90" /><Relationship Type="http://schemas.openxmlformats.org/officeDocument/2006/relationships/slide" Target="/ppt/slides/slide3.xml" Id="Reeb946ce71f74d2d" /><Relationship Type="http://schemas.openxmlformats.org/officeDocument/2006/relationships/slide" Target="/ppt/slides/slide4.xml" Id="Ra021515ad0704e31" /><Relationship Type="http://schemas.openxmlformats.org/officeDocument/2006/relationships/slide" Target="/ppt/slides/slide5.xml" Id="Rb3ada2383e7241d2" /><Relationship Type="http://schemas.openxmlformats.org/officeDocument/2006/relationships/slide" Target="/ppt/slides/slide6.xml" Id="Rdfc530fe61914a37" /><Relationship Type="http://schemas.openxmlformats.org/officeDocument/2006/relationships/slide" Target="/ppt/slides/slide7.xml" Id="R40561e01579e48d1" /><Relationship Type="http://schemas.openxmlformats.org/officeDocument/2006/relationships/slide" Target="/ppt/slides/slide8.xml" Id="R1c091bc28b0f4fca" /><Relationship Type="http://schemas.openxmlformats.org/officeDocument/2006/relationships/slide" Target="/ppt/slides/slide9.xml" Id="R5d1103eef4274b5a" /><Relationship Type="http://schemas.openxmlformats.org/officeDocument/2006/relationships/slide" Target="/ppt/slides/slide10.xml" Id="R825ea8b8af1d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5792b51990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b8ef59b674f90" /><Relationship Type="http://schemas.openxmlformats.org/officeDocument/2006/relationships/notesMaster" Target="/ppt/notesMasters/notesMaster1.xml" Id="Rdf6ea647238b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58d5c2a3c247a7" /><Relationship Type="http://schemas.openxmlformats.org/officeDocument/2006/relationships/notesMaster" Target="/ppt/notesMasters/notesMaster1.xml" Id="R70872da9130d4c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ee58018344424c" /><Relationship Type="http://schemas.openxmlformats.org/officeDocument/2006/relationships/notesMaster" Target="/ppt/notesMasters/notesMaster1.xml" Id="R0a8702ad8ac740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b238711a1940eb" /><Relationship Type="http://schemas.openxmlformats.org/officeDocument/2006/relationships/notesMaster" Target="/ppt/notesMasters/notesMaster1.xml" Id="R373ed30cdb2a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9f5ac399149fc" /><Relationship Type="http://schemas.openxmlformats.org/officeDocument/2006/relationships/notesMaster" Target="/ppt/notesMasters/notesMaster1.xml" Id="R012dc14ed12f4d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1a2c5584d4a9d" /><Relationship Type="http://schemas.openxmlformats.org/officeDocument/2006/relationships/notesMaster" Target="/ppt/notesMasters/notesMaster1.xml" Id="Rebfcb6dc702047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96b0b5f8fe46c0" /><Relationship Type="http://schemas.openxmlformats.org/officeDocument/2006/relationships/notesMaster" Target="/ppt/notesMasters/notesMaster1.xml" Id="R4a10fe2e1e2541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d8beb01f2348dd" /><Relationship Type="http://schemas.openxmlformats.org/officeDocument/2006/relationships/notesMaster" Target="/ppt/notesMasters/notesMaster1.xml" Id="R008aecdaa2684c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59e6911904f0b" /><Relationship Type="http://schemas.openxmlformats.org/officeDocument/2006/relationships/notesMaster" Target="/ppt/notesMasters/notesMaster1.xml" Id="Rff715582ad7346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85e2dee22c4ed4" /><Relationship Type="http://schemas.openxmlformats.org/officeDocument/2006/relationships/notesMaster" Target="/ppt/notesMasters/notesMaster1.xml" Id="R43ea2f412ccf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structure and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and experiment logs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Independent Parent/Fine service comparison artifacts</a:t>
            </a:r>
          </a:p>
          <a:p xmlns:a="http://schemas.openxmlformats.org/drawingml/2006/main">
            <a:r>
              <a:t>- Full Dual-Line v234 canonical TEST1000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Dual-Line v234 canonical TEST1000 results</a:t>
            </a:r>
          </a:p>
          <a:p xmlns:a="http://schemas.openxmlformats.org/drawingml/2006/main">
            <a:r>
              <a:t>- HF90, AWA holdout, AWA wild external validation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repository and local project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6d03df94f4c5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be9e2225e48a0" /><Relationship Type="http://schemas.openxmlformats.org/officeDocument/2006/relationships/slideLayout" Target="/ppt/slideLayouts/slideLayout1.xml" Id="R5b9cf9cc3a244fe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cf9cc3a244fe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d54497e474d67" /><Relationship Type="http://schemas.openxmlformats.org/officeDocument/2006/relationships/notesSlide" Target="/ppt/notesSlides/notesSlide1.xml" Id="R19bac899f57d4e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585a05c64474d" /><Relationship Type="http://schemas.openxmlformats.org/officeDocument/2006/relationships/notesSlide" Target="/ppt/notesSlides/notesSlide2.xml" Id="R23e2045803914c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0c95287bd47f6" /><Relationship Type="http://schemas.openxmlformats.org/officeDocument/2006/relationships/notesSlide" Target="/ppt/notesSlides/notesSlide3.xml" Id="Rbab101331f35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83b3c60d049de" /><Relationship Type="http://schemas.openxmlformats.org/officeDocument/2006/relationships/notesSlide" Target="/ppt/notesSlides/notesSlide4.xml" Id="R38294fc2ff364c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40b13d25148b4" /><Relationship Type="http://schemas.openxmlformats.org/officeDocument/2006/relationships/notesSlide" Target="/ppt/notesSlides/notesSlide5.xml" Id="Re4cf2cf1c007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b218e629a47ff" /><Relationship Type="http://schemas.openxmlformats.org/officeDocument/2006/relationships/notesSlide" Target="/ppt/notesSlides/notesSlide6.xml" Id="Re190561b85784d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314caabd04d69" /><Relationship Type="http://schemas.openxmlformats.org/officeDocument/2006/relationships/notesSlide" Target="/ppt/notesSlides/notesSlide7.xml" Id="Reb6d559326f34a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56871c75425c" /><Relationship Type="http://schemas.openxmlformats.org/officeDocument/2006/relationships/notesSlide" Target="/ppt/notesSlides/notesSlide8.xml" Id="R04b82b8c659f4e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751787ef8424f" /><Relationship Type="http://schemas.openxmlformats.org/officeDocument/2006/relationships/notesSlide" Target="/ppt/notesSlides/notesSlide9.xml" Id="R3349f3ca38334d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64e0d58584224" /><Relationship Type="http://schemas.openxmlformats.org/officeDocument/2006/relationships/notesSlide" Target="/ppt/notesSlides/notesSlide10.xml" Id="R2fc8da1a767f45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976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기반 이미지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판단 상태를 함께 해석해, 필요한 이미지만 다시 보고 안전하게 수정한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목차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문제 정의에서 통합 검증과 실행 데모까지, 결과 중심으로 구성했습니다.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개요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· 핵심 역량 · 수행 범위  |  03-05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판단과 그래프 통합  |  06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기반 오류 위험 순위화  |  07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비교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처리와 공동 상태 해석 비교  |  08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검증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전환 품질 · 공동 복구 · 외부 재현  |  09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성과 요약과 자료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통합 결과 · GitHub · Demo  |  10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정의, 모델링, 실험 설계, 데모와 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서로 다른 두 판단을 함께 해석해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오류를 찾고, 필요한 이미지만 다시 보고,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기존 정답을 보호하며 수정했습니다.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정의: 상위·하위 판단의 오류 집합과 분포 차이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독립 Parent/Fine, 공동 Risk, 선택적 재관측, 전환 보호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독립 처리 대조군, 외부 3개 셋, 누수·Fixed/Broken 감사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설계 근거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동일 입력에서도 Parent와 Fine은 서로 다른 특징과 실패 상태를 형성했습니다.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118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동일 입력에서 분기된 독립 판단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52400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716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52400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3840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24000"/>
            <a:ext cx="1619250" cy="11620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Joint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 |  Fine 93.8%  | 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한쪽 Branch만 정답 53장  (Parent-only 37장 · Fine-only 16장)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설계 구조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161925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공동 상태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1381125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판단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62425"/>
            <a:ext cx="106680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관찰 결과  Parent/Fine 오류 집합이 부분적으로 분리됨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설계 반영  계층 종속 대신 독립 판단을 유지하고 공동 상태를 해석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 성능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세 가지 confidence 계열 대조군과 Dual-Line을 동일한 Review 10% 예산에서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07592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27632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5416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05456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3240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제안 방식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1064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1104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비교 결과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8888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최고 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8928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Parent와 Fine의 상태,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정상성 정보를 함께 사용해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단일 confidence보다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위험 순위를 개선했습니다.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판단 효율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Parent/Fine과 Full Dual-Line을 동일한 TEST 1,000장 기준으로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공동 정확도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103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94.2%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96.0%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상태 해석  +1.8%p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재관측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103장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 191장 대비 88장 감소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같은 TEST 1,000장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191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7150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103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46.1% 감소, 정확도 상승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두 모델의 단순 병렬이 아니라 공동 상태 해석이 재관측 대상과 전환 후보를 더 효율적으로 선택했습니다.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10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방식은 각자 위험 탐지·재관측·전환 후 교집합만 평가하고, Full Dual-Line은 공동 Risk와 Joint Decision을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성능 및 외부 검증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내부 TEST와 외부 3개 데이터셋에서 정확도, 복구 유형, 기존 정답 훼손을 확인했습니다.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오답 10장 → Parent/Fine 모두 복구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복구 유형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Parent만 오답 → 복구 14장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Fine만 오답 → 복구 16장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공동 오답 → 둘 다 복구 10장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기존 정답 훼손 2장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Branch가 같은 오답에 합의한 경우도 위험 상태를 탐지하고, 재관측 후보 쌍을 공동 평가해 복구했습니다.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결과와 실행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Dual-Line의 필요성, 위험 탐지 성능, 전환 안전성, 외부 재현을 각각 분리해 검증했습니다.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통합 정확도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효율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191장 → 103장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3개 셋 모두 개선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요약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Confidence·Margin·Entropy 위험 탐지 대조군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Parent/Fine와 Full Dual-Line의 서비스형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 외부 재현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런타임, 누수 점검, Fixed/Broken 전환 감사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github.com/winder34/dual-line-perception-judgment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이미지 입력과 Review/Switch trace 확인</a:t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README · 실행 명령 · 실험 로그 제공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2026-08-05T06:45:15.9110000Z</dcterms:created>
  <dcterms:modified xsi:type="dcterms:W3CDTF">2026-08-05T06:45:15.9110000Z</dcterms:modified>
</coreProperties>
</file>
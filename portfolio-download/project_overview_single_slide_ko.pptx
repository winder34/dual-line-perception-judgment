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af7c6e4d544289" /><Relationship Type="http://schemas.openxmlformats.org/officeDocument/2006/relationships/extended-properties" Target="/docProps/app.xml" Id="R3b7d11fc04be42e6" /><Relationship Type="http://schemas.openxmlformats.org/officeDocument/2006/relationships/officeDocument" Target="/ppt/presentation.xml" Id="Rb7ee1d5428b14b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85f2bc4ec545db"/>
  </p:sldMasterIdLst>
  <p:notesMasterIdLst>
    <p:notesMasterId xmlns:r="http://schemas.openxmlformats.org/officeDocument/2006/relationships" r:id="R80075aed24f54801"/>
  </p:notesMasterIdLst>
  <p:sldIdLst>
    <p:sldId xmlns:r="http://schemas.openxmlformats.org/officeDocument/2006/relationships" id="256" r:id="R1b71c438795c401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74853b16f4904" /><Relationship Type="http://schemas.openxmlformats.org/officeDocument/2006/relationships/slideMaster" Target="/ppt/slideMasters/slideMaster1.xml" Id="Rf585f2bc4ec545db" /><Relationship Type="http://schemas.openxmlformats.org/officeDocument/2006/relationships/notesMaster" Target="/ppt/notesMasters/notesMaster1.xml" Id="R80075aed24f54801" /><Relationship Type="http://schemas.openxmlformats.org/officeDocument/2006/relationships/presProps" Target="/ppt/presProps.xml" Id="Rbabe151abc434a94" /><Relationship Type="http://schemas.openxmlformats.org/officeDocument/2006/relationships/viewProps" Target="/ppt/viewProps.xml" Id="R2c3f23c87e734b4e" /><Relationship Type="http://schemas.openxmlformats.org/officeDocument/2006/relationships/tableStyles" Target="/ppt/tableStyles.xml" Id="Rf9c77802b6f848f4" /><Relationship Type="http://schemas.openxmlformats.org/officeDocument/2006/relationships/slide" Target="/ppt/slides/slide1.xml" Id="R1b71c438795c40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6ac20ff2344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e4a7208af497e" /><Relationship Type="http://schemas.openxmlformats.org/officeDocument/2006/relationships/notesMaster" Target="/ppt/notesMasters/notesMaster1.xml" Id="R2c16182253c5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TEST1000 canonical Dual-Line v234 results</a:t>
            </a:r>
          </a:p>
          <a:p xmlns:a="http://schemas.openxmlformats.org/drawingml/2006/main">
            <a:r>
              <a:t>- No external visual assets used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72d6cb98a4b2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3e90ea1534658" /><Relationship Type="http://schemas.openxmlformats.org/officeDocument/2006/relationships/slideLayout" Target="/ppt/slideLayouts/slideLayout1.xml" Id="Rf571435458804a1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71435458804a1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78a1f5b9d4ba9" /><Relationship Type="http://schemas.openxmlformats.org/officeDocument/2006/relationships/notesSlide" Target="/ppt/notesSlides/notesSlide1.xml" Id="R697784ac776b46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FB101F-AC8F-43E2-B533-332A2E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3ECFD4-FBC3-4171-AA21-8E48CCC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93CC2C-7472-4639-953D-10B8FB2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239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한눈에 보기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0285E8-85EB-4117-8750-F846184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382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서로 다른 상위·세부 판단을 함께 분석해, 필요한 이미지만 다시 보고 안전하게 수정합니다.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FF5507-39B2-4984-BAEE-102490E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2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F20DDA8-DC87-4BA1-A078-D4A66D27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57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AE1B841-84F7-4398-A907-E4F6DD83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57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4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12BBCB90-AACE-41D4-A3AF-51CEEE4E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57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5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820283B1-DCFC-4733-89B4-4016F14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57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6" name="flow-stage-1">
            <a:extLst xmlns:a="http://schemas.openxmlformats.org/drawingml/2006/main">
              <a:ext uri="{FF2B5EF4-FFF2-40B4-BE49-F238E27FC236}">
                <a16:creationId xmlns:a16="http://schemas.microsoft.com/office/drawing/2014/main" id="{D0F7879B-A1CE-4630-B6B5-D679AF9E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이미지 입력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한 번의 기본 관측</a:t>
            </a:r>
          </a:p>
        </p:txBody>
      </p:sp>
      <p:sp>
        <p:nvSpPr>
          <p:cNvPr id="27" name="flow-stage-2">
            <a:extLst xmlns:a="http://schemas.openxmlformats.org/drawingml/2006/main">
              <a:ext uri="{FF2B5EF4-FFF2-40B4-BE49-F238E27FC236}">
                <a16:creationId xmlns:a16="http://schemas.microsoft.com/office/drawing/2014/main" id="{2FEE7AA8-06A7-4A12-9BC6-FC8B414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상위 + 세부 판단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독립된 두 판단 상태</a:t>
            </a:r>
          </a:p>
        </p:txBody>
      </p:sp>
      <p:sp>
        <p:nvSpPr>
          <p:cNvPr id="28" name="flow-stage-3">
            <a:extLst xmlns:a="http://schemas.openxmlformats.org/drawingml/2006/main">
              <a:ext uri="{FF2B5EF4-FFF2-40B4-BE49-F238E27FC236}">
                <a16:creationId xmlns:a16="http://schemas.microsoft.com/office/drawing/2014/main" id="{1B031005-C12A-4583-A19A-3921B230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240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오류 위험 분석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다시 볼 우선순위</a:t>
            </a:r>
          </a:p>
        </p:txBody>
      </p:sp>
      <p:sp>
        <p:nvSpPr>
          <p:cNvPr id="29" name="flow-stage-4">
            <a:extLst xmlns:a="http://schemas.openxmlformats.org/drawingml/2006/main">
              <a:ext uri="{FF2B5EF4-FFF2-40B4-BE49-F238E27FC236}">
                <a16:creationId xmlns:a16="http://schemas.microsoft.com/office/drawing/2014/main" id="{DA10D062-0466-4A1E-802C-E8294A50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240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선택적 재관측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필요한 영역만 확대</a:t>
            </a:r>
          </a:p>
        </p:txBody>
      </p:sp>
      <p:sp>
        <p:nvSpPr>
          <p:cNvPr id="30" name="flow-stage-5">
            <a:extLst xmlns:a="http://schemas.openxmlformats.org/drawingml/2006/main">
              <a:ext uri="{FF2B5EF4-FFF2-40B4-BE49-F238E27FC236}">
                <a16:creationId xmlns:a16="http://schemas.microsoft.com/office/drawing/2014/main" id="{402B1809-CEB6-4024-B1A3-7AA850B2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1866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최종 판단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유지 또는 안전한 수정</a:t>
            </a:r>
          </a:p>
        </p:txBody>
      </p:sp>
      <p:sp>
        <p:nvSpPr>
          <p:cNvPr id="31" name="core-difference-label">
            <a:extLst xmlns:a="http://schemas.openxmlformats.org/drawingml/2006/main">
              <a:ext uri="{FF2B5EF4-FFF2-40B4-BE49-F238E27FC236}">
                <a16:creationId xmlns:a16="http://schemas.microsoft.com/office/drawing/2014/main" id="{151E8B59-E45C-4AC3-B7E1-66108F9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차이</a:t>
            </a:r>
          </a:p>
        </p:txBody>
      </p:sp>
      <p:sp>
        <p:nvSpPr>
          <p:cNvPr id="32" name="core-difference-copy">
            <a:extLst xmlns:a="http://schemas.openxmlformats.org/drawingml/2006/main">
              <a:ext uri="{FF2B5EF4-FFF2-40B4-BE49-F238E27FC236}">
                <a16:creationId xmlns:a16="http://schemas.microsoft.com/office/drawing/2014/main" id="{0C727CF0-AB23-4634-BA70-B033547C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766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두 예측을 단순히 합치지 않습니다. 판단 상태를 이용해 재관측 대상을 고르고, 새로운 증거가 충분할 때만 기존 판단을 바꿉니다.</a:t>
            </a:r>
          </a:p>
        </p:txBody>
      </p:sp>
      <p:sp>
        <p:nvSpPr>
          <p:cNvPr id="33" name="metric-separator-top">
            <a:extLst xmlns:a="http://schemas.openxmlformats.org/drawingml/2006/main">
              <a:ext uri="{FF2B5EF4-FFF2-40B4-BE49-F238E27FC236}">
                <a16:creationId xmlns:a16="http://schemas.microsoft.com/office/drawing/2014/main" id="{9B10034D-1BE1-46A3-A61D-87FADE6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A3D2E90C-36F6-4748-A662-8978B5AE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통합 정확도</a:t>
            </a:r>
          </a:p>
        </p:txBody>
      </p:sp>
      <p:sp>
        <p:nvSpPr>
          <p:cNvPr id="3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3AD85E95-AB74-42E2-AEBD-C508F433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92.2% → 96.0%</a:t>
            </a:r>
          </a:p>
        </p:txBody>
      </p:sp>
      <p:sp>
        <p:nvSpPr>
          <p:cNvPr id="36" name="metric-note-0">
            <a:extLst xmlns:a="http://schemas.openxmlformats.org/drawingml/2006/main">
              <a:ext uri="{FF2B5EF4-FFF2-40B4-BE49-F238E27FC236}">
                <a16:creationId xmlns:a16="http://schemas.microsoft.com/office/drawing/2014/main" id="{860BBB78-135F-4A28-B5CB-0C11DFE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판단을 공동 해석한 최종 결과</a:t>
            </a:r>
          </a:p>
        </p:txBody>
      </p:sp>
      <p:sp>
        <p:nvSpPr>
          <p:cNvPr id="37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8D8730DB-5B2D-40D6-89F0-A02CD4D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2910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C3C293A-F55B-4785-91F4-B541F53E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7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선택적 재관측</a:t>
            </a:r>
          </a:p>
        </p:txBody>
      </p:sp>
      <p:sp>
        <p:nvSpPr>
          <p:cNvPr id="3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B2180D99-93E4-4755-B239-806BAD1D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76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103 / 1,000장</a:t>
            </a:r>
          </a:p>
        </p:txBody>
      </p:sp>
      <p:sp>
        <p:nvSpPr>
          <p:cNvPr id="40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1126CAC1-D861-4EE6-97D4-F8620558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1015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전체가 아닌 위험 샘플만 다시 관측</a:t>
            </a:r>
          </a:p>
        </p:txBody>
      </p:sp>
      <p:sp>
        <p:nvSpPr>
          <p:cNvPr id="41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E16BA5E1-3FF4-43B2-8F27-92B6F835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2910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4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35B992C-569A-422C-B8EE-4C51F126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전환 품질</a:t>
            </a:r>
          </a:p>
        </p:txBody>
      </p:sp>
      <p:sp>
        <p:nvSpPr>
          <p:cNvPr id="4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B2612B30-9F7E-433A-95B4-32887E7C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Fixed 40 / Broken 2</a:t>
            </a:r>
          </a:p>
        </p:txBody>
      </p:sp>
      <p:sp>
        <p:nvSpPr>
          <p:cNvPr id="44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98D0B991-EEA2-4A85-A06A-CD5DDA5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1015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복구 이득과 기존 정답 훼손을 함께 감사</a:t>
            </a:r>
          </a:p>
        </p:txBody>
      </p:sp>
      <p:sp>
        <p:nvSpPr>
          <p:cNvPr id="45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ABCF5DE7-29A7-464A-9E7E-B34D66A4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오류 탐지, 재관측, 전환 승인을 하나의 선택적 추론 흐름으로 구현했습니다.</a:t>
            </a:r>
          </a:p>
        </p:txBody>
      </p:sp>
    </p:spTree>
    <p:extLst>
      <p:ext uri="{BB962C8B-B14F-4D97-AF65-F5344CB8AC3E}">
        <p14:creationId xmlns:p14="http://schemas.microsoft.com/office/powerpoint/2010/main" val="5527865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2026-08-05T08:15:05.5340000Z</dcterms:created>
  <dcterms:modified xsi:type="dcterms:W3CDTF">2026-08-05T08:15:05.5340000Z</dcterms:modified>
</coreProperties>
</file>